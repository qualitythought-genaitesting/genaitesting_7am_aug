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57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4023360"/>
            <a:ext cx="3291840" cy="3291840"/>
          </a:xfrm>
          <a:prstGeom prst="ellipse">
            <a:avLst/>
          </a:prstGeom>
          <a:solidFill>
            <a:srgbClr val="FCEA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DAY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</a:t>
            </a:r>
            <a:r>
              <a:rPr lang="en-US" sz="44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41248" y="3703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prompts that get reliable answers — and learn the parts you'll test.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5257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·  Gen AI Testing for Manual Testers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960120"/>
            <a:ext cx="777240" cy="7772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068934"/>
            <a:ext cx="559613" cy="55961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60" y="2231868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prompt is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we send the model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601968" y="213969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140" y="2231868"/>
            <a:ext cx="474025" cy="4740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979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few-shot, chain-of-thought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932688" y="415137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60" y="4243548"/>
            <a:ext cx="474025" cy="474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1051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structure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context, format, guardrails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30936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6601968" y="415137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140" y="4243548"/>
            <a:ext cx="474025" cy="474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7979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hallucination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to stick to the facts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PROMPT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prompt is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not guessed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3977640"/>
          </a:xfrm>
          <a:prstGeom prst="roundRect">
            <a:avLst>
              <a:gd name="adj" fmla="val 252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it up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4805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just the instructions you send.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right pieces and answers get far more reliable: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task + context + format + guardrail.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52160" y="1828800"/>
            <a:ext cx="5669280" cy="3977640"/>
          </a:xfrm>
          <a:prstGeom prst="roundRect">
            <a:avLst>
              <a:gd name="adj" fmla="val 252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126480" y="19933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work</a:t>
            </a:r>
            <a:endParaRPr lang="en-US" sz="1800" dirty="0"/>
          </a:p>
        </p:txBody>
      </p:sp>
      <p:pic>
        <p:nvPicPr>
          <p:cNvPr id="11" name="Image 1" descr="/home/claude/w2d1_promp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51760"/>
            <a:ext cx="5120640" cy="23271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50886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— plays in slideshow mode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1 &amp;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vs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603504" cy="603504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216932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ask, no examples.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“Classify this review as positive or negative.”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but weaker on tricky cases.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011" y="2169323"/>
            <a:ext cx="434523" cy="434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few examples first.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product = positive. Now classify: …”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 — it copies your pattern.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3 &amp;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 &amp;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603504" cy="603504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216932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reason step by step.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“Think step by step before answering.”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on maths &amp; logic — at some token cost.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011" y="2169323"/>
            <a:ext cx="434523" cy="434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vs user prompt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= the hidden rules you set.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= what the person actually types.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guardrails live in the system prompt.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RECIPE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Ingredients of a strong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61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42" y="2596530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support agent.”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553712" y="2514600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642" y="2596530"/>
            <a:ext cx="421356" cy="4213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task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to do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2113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242" y="2596530"/>
            <a:ext cx="421356" cy="4213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113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it may use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961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42" y="4498482"/>
            <a:ext cx="421356" cy="4213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76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pattern (few-shot)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553712" y="4416552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642" y="4498482"/>
            <a:ext cx="421356" cy="4213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Bullets, JSON, length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9552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2113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242" y="4498482"/>
            <a:ext cx="421356" cy="4213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113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unknown, say I don't know.”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28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04533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prompt is and its key parts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916936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996306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71216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zero-shot, few-shot and chain-of-thought appropriately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31520" y="3867912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3947282"/>
            <a:ext cx="408188" cy="4081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8221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system prompt from a user prompt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731520" y="4818888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4898258"/>
            <a:ext cx="408188" cy="4081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77316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instructions that reduce hallucination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2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07040" y="640080"/>
            <a:ext cx="804672" cy="804672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694" y="752734"/>
            <a:ext cx="579364" cy="5793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87452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1874520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zero-shot and few-shot prompting?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2898648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645920" y="2898648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most guardrail rules live — system or user prompt?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3922776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68680" y="392277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645920" y="3922776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ingredients of a strong prompt.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40080" y="4946904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68680" y="494690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645920" y="4946904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instruction that reduces hallucination.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8745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12848" y="1874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gives no examples; few-shot includes a few examples to copy.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916936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68680" y="3099816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17662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17904" y="291693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212848" y="2916936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(the hidden rules).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40080" y="3959352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68680" y="4142232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421904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17904" y="395935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A3.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212848" y="395935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of: role, clear task, context, examples, output format, guardrail.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640080" y="5001768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68680" y="5184648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5261458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5001768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A4.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2212848" y="50017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“Answer only from the provided context; if it's not there, say I don't know.”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30-minute lab +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023360"/>
          </a:xfrm>
          <a:prstGeom prst="roundRect">
            <a:avLst>
              <a:gd name="adj" fmla="val 2500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214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mini-lab (30 min)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6263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weak prompt (e.g. 'tell me about this order').</a:t>
            </a:r>
            <a:endParaRPr lang="en-US" sz="1550" dirty="0"/>
          </a:p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it with role + task + context + format + guardrail.</a:t>
            </a:r>
            <a:endParaRPr lang="en-US" sz="1550" dirty="0"/>
          </a:p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both; save the before and after answers.</a:t>
            </a:r>
            <a:endParaRPr lang="en-US" sz="1550" dirty="0"/>
          </a:p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lines: what improved and why?</a:t>
            </a:r>
            <a:endParaRPr lang="en-US" sz="1550" dirty="0"/>
          </a:p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week2/day1-prompts.md in your GitHub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635240" y="1828800"/>
            <a:ext cx="3886200" cy="4023360"/>
          </a:xfrm>
          <a:prstGeom prst="roundRect">
            <a:avLst>
              <a:gd name="adj" fmla="val 258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955280" y="2103120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452" y="219529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96528" y="21214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55280" y="301752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Testing Prompts
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code: build a prompt test sheet and learn why a one-word change needs regression.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2 · Day 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705</Words>
  <Application>Microsoft Office PowerPoint</Application>
  <PresentationFormat>Widescreen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Quality Thought</dc:creator>
  <cp:lastModifiedBy>Ramprasad Vallabhadas</cp:lastModifiedBy>
  <cp:revision>1</cp:revision>
  <dcterms:created xsi:type="dcterms:W3CDTF">2026-06-15T13:24:39Z</dcterms:created>
  <dcterms:modified xsi:type="dcterms:W3CDTF">2026-08-21T02:43:41Z</dcterms:modified>
</cp:coreProperties>
</file>